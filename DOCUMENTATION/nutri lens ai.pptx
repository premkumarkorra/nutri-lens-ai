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antason Bold" charset="1" panose="00000000000000000000"/>
      <p:regular r:id="rId14"/>
    </p:embeddedFont>
    <p:embeddedFont>
      <p:font typeface="Cloud Bold" charset="1" panose="02000000000000000000"/>
      <p:regular r:id="rId15"/>
    </p:embeddedFont>
    <p:embeddedFont>
      <p:font typeface="Cloud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05535">
            <a:off x="-3422669" y="203763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8411280">
            <a:off x="15717068" y="21444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5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5" y="0"/>
                </a:lnTo>
                <a:lnTo>
                  <a:pt x="5987225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27711" y="462096"/>
            <a:ext cx="2015695" cy="1528490"/>
          </a:xfrm>
          <a:custGeom>
            <a:avLst/>
            <a:gdLst/>
            <a:ahLst/>
            <a:cxnLst/>
            <a:rect r="r" b="b" t="t" l="l"/>
            <a:pathLst>
              <a:path h="1528490" w="2015695">
                <a:moveTo>
                  <a:pt x="0" y="0"/>
                </a:moveTo>
                <a:lnTo>
                  <a:pt x="2015694" y="0"/>
                </a:lnTo>
                <a:lnTo>
                  <a:pt x="2015694" y="1528490"/>
                </a:lnTo>
                <a:lnTo>
                  <a:pt x="0" y="1528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615" r="-223918" b="-900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77914" y="264455"/>
            <a:ext cx="7198279" cy="1923772"/>
          </a:xfrm>
          <a:custGeom>
            <a:avLst/>
            <a:gdLst/>
            <a:ahLst/>
            <a:cxnLst/>
            <a:rect r="r" b="b" t="t" l="l"/>
            <a:pathLst>
              <a:path h="1923772" w="7198279">
                <a:moveTo>
                  <a:pt x="0" y="0"/>
                </a:moveTo>
                <a:lnTo>
                  <a:pt x="7198279" y="0"/>
                </a:lnTo>
                <a:lnTo>
                  <a:pt x="7198279" y="1923772"/>
                </a:lnTo>
                <a:lnTo>
                  <a:pt x="0" y="1923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741" t="-43121" r="0" b="-2029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5527" y="2331780"/>
            <a:ext cx="9876946" cy="161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9"/>
              </a:lnSpc>
            </a:pPr>
            <a:r>
              <a:rPr lang="en-US" b="true" sz="9477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NUTRI LENS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3405" y="3851010"/>
            <a:ext cx="6490901" cy="77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2"/>
              </a:lnSpc>
            </a:pPr>
            <a:r>
              <a:rPr lang="en-US" sz="4473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7654" y="4819962"/>
            <a:ext cx="6404903" cy="57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K PREM KUMAR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[24BK1A66BM]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17654" y="5314638"/>
            <a:ext cx="6404903" cy="57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NIRANJAN SINGH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[24BK1A66BX]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7654" y="5809314"/>
            <a:ext cx="6404903" cy="57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1"/>
              </a:lnSpc>
            </a:pPr>
            <a:r>
              <a:rPr lang="en-US" sz="3258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PRINCE PATEL</a:t>
            </a:r>
            <a:r>
              <a:rPr lang="en-US" sz="325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[24BK1A66CH]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90790" y="7940178"/>
            <a:ext cx="5938143" cy="110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SEMINAR OVERALL COORDINATOR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01371" y="7940178"/>
            <a:ext cx="3608573" cy="55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HOD-CSE(AIML)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630" y="7940178"/>
            <a:ext cx="3608573" cy="55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7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GUIDE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630" y="8969596"/>
            <a:ext cx="3608573" cy="54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7">
                <a:solidFill>
                  <a:srgbClr val="F68120"/>
                </a:solidFill>
                <a:latin typeface="Cloud"/>
                <a:ea typeface="Cloud"/>
                <a:cs typeface="Cloud"/>
                <a:sym typeface="Cloud"/>
              </a:rPr>
              <a:t>Mrs K Katyayani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34060" y="8929754"/>
            <a:ext cx="5779616" cy="110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7">
                <a:solidFill>
                  <a:srgbClr val="F68120"/>
                </a:solidFill>
                <a:latin typeface="Cloud"/>
                <a:ea typeface="Cloud"/>
                <a:cs typeface="Cloud"/>
                <a:sym typeface="Cloud"/>
              </a:rPr>
              <a:t>D</a:t>
            </a:r>
            <a:r>
              <a:rPr lang="en-US" sz="3137">
                <a:solidFill>
                  <a:srgbClr val="F68120"/>
                </a:solidFill>
                <a:latin typeface="Cloud"/>
                <a:ea typeface="Cloud"/>
                <a:cs typeface="Cloud"/>
                <a:sym typeface="Cloud"/>
              </a:rPr>
              <a:t>r. E. Madhusudhana Reddy</a:t>
            </a:r>
          </a:p>
          <a:p>
            <a:pPr algn="ctr">
              <a:lnSpc>
                <a:spcPts val="439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39355" y="2289744"/>
            <a:ext cx="10009291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3431" y="4124960"/>
            <a:ext cx="14830647" cy="308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NUTRI LENS AI </a:t>
            </a: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Helps people understand packaged food labels according to their health needs.</a:t>
            </a:r>
          </a:p>
          <a:p>
            <a:pPr algn="l">
              <a:lnSpc>
                <a:spcPts val="4899"/>
              </a:lnSpc>
            </a:pPr>
          </a:p>
          <a:p>
            <a:pPr algn="l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It explains the ingredients, highlights possible risks and suggests healtheir food choices.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23" y="1678409"/>
            <a:ext cx="14177354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3924" y="3662362"/>
            <a:ext cx="13843587" cy="469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1080" indent="-410540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Food labels are often difficult to understand.</a:t>
            </a:r>
          </a:p>
          <a:p>
            <a:pPr algn="just" marL="821080" indent="-410540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Users may not know how ingredients affect their health.</a:t>
            </a:r>
          </a:p>
          <a:p>
            <a:pPr algn="just" marL="821080" indent="-410540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People with conditions like diabetes, high BP, or allergies need personalized food guidance.</a:t>
            </a:r>
          </a:p>
          <a:p>
            <a:pPr algn="just" marL="821080" indent="-410540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simple system is needed to explain labels and suggest healthier options.</a:t>
            </a:r>
          </a:p>
          <a:p>
            <a:pPr algn="just">
              <a:lnSpc>
                <a:spcPts val="5324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8330" y="1069714"/>
            <a:ext cx="10249646" cy="26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9"/>
              </a:lnSpc>
            </a:pPr>
            <a:r>
              <a:rPr lang="en-US" b="true" sz="768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OBJECTIVE OF THE STUDY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9855" y="4105802"/>
            <a:ext cx="14608289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read and analyze food labels using AI and OCR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explain the food’s health effects based on the user’s health profile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suggest healthier alternatives for better food choices</a:t>
            </a:r>
          </a:p>
        </p:txBody>
      </p:sp>
    </p:spTree>
  </p:cSld>
  <p:clrMapOvr>
    <a:masterClrMapping/>
  </p:clrMapOvr>
  <p:transition spd="fast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97305" y="1519238"/>
            <a:ext cx="13174551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WORK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5481" y="3671887"/>
            <a:ext cx="12376375" cy="509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 registers with health details.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User uploads a food label.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OCR extracts the ingredients and nutrition.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analyzes the food according to the user’s health profile.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 system explains the result and suggests a healthier option</a:t>
            </a:r>
          </a:p>
          <a:p>
            <a:pPr algn="l">
              <a:lnSpc>
                <a:spcPts val="5039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25341" y="1112917"/>
            <a:ext cx="10009291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3028873"/>
            <a:ext cx="12376375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BACKEND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Python 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Flask 3.0 (web framework)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FRONTEND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HTML 5 , CSS 3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MySQl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IMAGE PROCESSING &amp; OCR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Tesseract OCR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       </a:t>
            </a:r>
          </a:p>
        </p:txBody>
      </p:sp>
    </p:spTree>
  </p:cSld>
  <p:clrMapOvr>
    <a:masterClrMapping/>
  </p:clrMapOvr>
  <p:transition spd="fast">
    <p:push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9355" y="2289744"/>
            <a:ext cx="10009291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16465"/>
            <a:ext cx="13963049" cy="337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165" indent="-414083" lvl="1">
              <a:lnSpc>
                <a:spcPts val="5370"/>
              </a:lnSpc>
              <a:buFont typeface="Arial"/>
              <a:buChar char="•"/>
            </a:pPr>
            <a:r>
              <a:rPr lang="en-US" b="true" sz="3835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NUTRI LENS AI </a:t>
            </a:r>
            <a:r>
              <a:rPr lang="en-US" sz="3835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helps users understand packaged food labels in a simple way.</a:t>
            </a:r>
          </a:p>
          <a:p>
            <a:pPr algn="l" marL="828165" indent="-414083" lvl="1">
              <a:lnSpc>
                <a:spcPts val="5370"/>
              </a:lnSpc>
              <a:buFont typeface="Arial"/>
              <a:buChar char="•"/>
            </a:pPr>
            <a:r>
              <a:rPr lang="en-US" sz="3835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It provides personalized health information based on the user’s profile and suggests healthier food choices</a:t>
            </a:r>
          </a:p>
          <a:p>
            <a:pPr algn="l">
              <a:lnSpc>
                <a:spcPts val="5370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963894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  <p:transition spd="fast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DAHTTms_hZk</dc:identifier>
  <dcterms:modified xsi:type="dcterms:W3CDTF">2011-08-01T06:04:30Z</dcterms:modified>
  <cp:revision>1</cp:revision>
  <dc:title>nutri lens ai</dc:title>
</cp:coreProperties>
</file>